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Helvetica Neue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HelveticaNeue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.fntdata"/><Relationship Id="rId6" Type="http://schemas.openxmlformats.org/officeDocument/2006/relationships/slide" Target="slides/slide1.xml"/><Relationship Id="rId18" Type="http://schemas.openxmlformats.org/officeDocument/2006/relationships/font" Target="fonts/Helvetica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46178f5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ed46178f5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d46178f5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d46178f5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d46178f5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d46178f5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46178f5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46178f5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d46178f5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d46178f5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d46178f5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d46178f5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46178f5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d46178f5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d46178f5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d46178f5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d46178f5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d46178f5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d46178f5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d46178f5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d46178f5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d46178f5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d46178f5a_0_1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d46178f5a_0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261593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МИНОБРНАУКИ РОССИИ ФЕДЕРАЛЬНОЕ ГОСУДАРСТВЕННОЕ БЮДЖЕТНОЕ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ОБРАЗОВАТЕЛЬНОЕ УЧРЕЖДЕНИЕ ВЫСШЕГО ОБРАЗОВАНИЯ «ВОРОНЕЖСКИЙ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ГОСУДАРСТВЕННЫЙ УНИВЕРСИТЕТ» (ФГБОУ ВО «ВГУ»)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1728121" y="2255316"/>
            <a:ext cx="6103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/>
              <a:t>Разработка мобильного приложения для поиска рецептов коктейлей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763999" y="1297004"/>
            <a:ext cx="7950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Факультет компьютерных наук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Кафедра программирования и информационных технологий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013210" y="4375022"/>
            <a:ext cx="610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Консультант: Ушаков В.А.</a:t>
            </a:r>
            <a:endParaRPr sz="11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Выполнил: </a:t>
            </a:r>
            <a:r>
              <a:rPr lang="ru" sz="2300">
                <a:latin typeface="Helvetica Neue"/>
                <a:ea typeface="Helvetica Neue"/>
                <a:cs typeface="Helvetica Neue"/>
                <a:sym typeface="Helvetica Neue"/>
              </a:rPr>
              <a:t>Ковалев К</a:t>
            </a: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ru" sz="2300"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Поиск рецептов вручную — долго и неудобно.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Открытые базы рецептов с API позволяют создавать приложения, получающие данные по запросу.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Однако подбор сразу по нескольким ингредиентам требует отдельного клиентского решения.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и задачи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Разработать мобильное приложение для поиска рецептов коктейлей с функцией подбора по ингредиентам, локальным хранением данных и облачной синхронизацией.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Анализ аналогов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58475" y="930350"/>
            <a:ext cx="2393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  <a:highlight>
                  <a:schemeClr val="lt1"/>
                </a:highlight>
              </a:rPr>
              <a:t>Cocktail Flow</a:t>
            </a:r>
            <a:r>
              <a:rPr lang="ru" sz="17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7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Плюсы: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большая база рецептов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качественный дизайн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удобная навигация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Минусы: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подбор по ингредиентам только в платной версии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471450" y="703675"/>
            <a:ext cx="220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Drinkly</a:t>
            </a:r>
            <a:r>
              <a:rPr lang="ru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Плюсы: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бесплатное,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низкий порог входа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лаконичный интерфейс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Минусы: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ограниченная база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нет подбора по ингредиентам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нет синхронизации 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6646475" y="810550"/>
            <a:ext cx="2358000" cy="42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chemeClr val="dk1"/>
                </a:solidFill>
              </a:rPr>
              <a:t>My Bar</a:t>
            </a:r>
            <a:r>
              <a:rPr lang="ru" sz="1700">
                <a:solidFill>
                  <a:schemeClr val="dk1"/>
                </a:solidFill>
              </a:rPr>
              <a:t>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Плюсы: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подбор по ингредиентам как основная функция,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удобно для регулярного использования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</a:rPr>
              <a:t>Минусы: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маленькая база рецептов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устаревший интерфейс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ru" sz="1500">
                <a:solidFill>
                  <a:schemeClr val="dk1"/>
                </a:solidFill>
              </a:rPr>
              <a:t>нет облачной синхронизации 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Технологический стек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572225" y="1367975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Jetpack Compose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1980450" y="1403825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Retrofit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648925" y="2946900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Material 3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2032525" y="2817500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OkHttp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920950" y="1116600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Gson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021025" y="2946900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Room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6061575" y="1216800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Koin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6061575" y="2604975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Coil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7505675" y="2634075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Firestore, Coroutines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7505675" y="1493650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Firebase Auth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021013" y="2068325"/>
            <a:ext cx="1171200" cy="6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Kotlin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Архитектурная</a:t>
            </a:r>
            <a:r>
              <a:rPr lang="ru"/>
              <a:t> модель</a:t>
            </a:r>
            <a:endParaRPr/>
          </a:p>
        </p:txBody>
      </p:sp>
      <p:pic>
        <p:nvPicPr>
          <p:cNvPr id="99" name="Google Shape;99;p18" title="000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200" y="1438350"/>
            <a:ext cx="8139048" cy="282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данных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 title="4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9850" y="1192700"/>
            <a:ext cx="6956274" cy="326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Интеграция с API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 title="7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5300" y="80025"/>
            <a:ext cx="4981699" cy="5063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Модуль подбора по ингредиентам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1" title="6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5950" y="984300"/>
            <a:ext cx="5354898" cy="42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Пользовательский интерфейс</a:t>
            </a:r>
            <a:endParaRPr/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6850" y="1017731"/>
            <a:ext cx="1690175" cy="3607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900" y="1026343"/>
            <a:ext cx="1614375" cy="3668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8000" y="1090138"/>
            <a:ext cx="1690175" cy="354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0075" y="1062925"/>
            <a:ext cx="1614375" cy="363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0725" y="1027827"/>
            <a:ext cx="1614375" cy="366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Приложение реализует бесплатный подбор рецептов по ингредиентам с большой базой и синхронизацией без обязательной регистрации — чего нет ни у одного из аналогов.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/>
        </p:nvSpPr>
        <p:spPr>
          <a:xfrm>
            <a:off x="0" y="261593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МИНОБРНАУКИ РОССИИ ФЕДЕРАЛЬНОЕ ГОСУДАРСТВЕННОЕ БЮДЖЕТНОЕ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ОБРАЗОВАТЕЛЬНОЕ УЧРЕЖДЕНИЕ ВЫСШЕГО ОБРАЗОВАНИЯ «ВОРОНЕЖСКИЙ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ГОСУДАРСТВЕННЫЙ УНИВЕРСИТЕТ» (ФГБОУ ВО «ВГУ»)</a:t>
            </a:r>
            <a:endParaRPr sz="1100"/>
          </a:p>
        </p:txBody>
      </p:sp>
      <p:sp>
        <p:nvSpPr>
          <p:cNvPr id="143" name="Google Shape;143;p24"/>
          <p:cNvSpPr txBox="1"/>
          <p:nvPr/>
        </p:nvSpPr>
        <p:spPr>
          <a:xfrm>
            <a:off x="1728121" y="2255316"/>
            <a:ext cx="61035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/>
              <a:t>Разработка мобильного приложения для поиска рецептов коктейлей 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763999" y="1297004"/>
            <a:ext cx="7950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Факультет компьютерных наук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r>
              <a:rPr b="0" i="0" lang="ru" sz="15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Кафедра программирования и информационных технологий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013210" y="4375022"/>
            <a:ext cx="6103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Консультант: Ушаков В.А.</a:t>
            </a:r>
            <a:endParaRPr sz="1100"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Выполнил: </a:t>
            </a:r>
            <a:r>
              <a:rPr lang="ru" sz="2300">
                <a:latin typeface="Helvetica Neue"/>
                <a:ea typeface="Helvetica Neue"/>
                <a:cs typeface="Helvetica Neue"/>
                <a:sym typeface="Helvetica Neue"/>
              </a:rPr>
              <a:t>Ковалев К</a:t>
            </a: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ru" sz="2300">
                <a:latin typeface="Helvetica Neue"/>
                <a:ea typeface="Helvetica Neue"/>
                <a:cs typeface="Helvetica Neue"/>
                <a:sym typeface="Helvetica Neue"/>
              </a:rPr>
              <a:t>А</a:t>
            </a:r>
            <a:r>
              <a:rPr b="0" i="0" lang="ru" sz="23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